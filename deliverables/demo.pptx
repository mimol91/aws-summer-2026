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0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AWS AGENTIC AI HACKATHON  ·  LEAP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GovEase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C7C2F0"/>
                </a:solidFill>
                <a:latin typeface="Arial"/>
              </a:rPr>
              <a:t>One conversation instead of four government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97316"/>
                </a:solidFill>
                <a:latin typeface="Arial"/>
              </a:rPr>
              <a:t>Team TEAM_NAME_TBD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3B2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4B8A6"/>
                </a:solidFill>
                <a:latin typeface="Arial"/>
              </a:rPr>
              <a:t>FUTURE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The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728" cy="6400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4103A"/>
                </a:solidFill>
                <a:latin typeface="Arial"/>
              </a:rPr>
              <a:t>MEMBER_1_TBD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333340"/>
                </a:solidFill>
                <a:latin typeface="Arial"/>
              </a:rPr>
              <a:t>Wahed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3B2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4B8A6"/>
                </a:solidFill>
                <a:latin typeface="Arial"/>
              </a:rPr>
              <a:t>FUTURE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D28D9"/>
                </a:solidFill>
                <a:latin typeface="Arial"/>
              </a:rPr>
              <a:t>Who it affects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14103A"/>
                </a:solidFill>
                <a:latin typeface="Arial"/>
              </a:rPr>
              <a:t>Omar Haddad, a bakery owner in Deira who moved his shop to Al Quoz. His trade license expires in 20 days, and his last renewal was rejected because a supporting certificate had quietly expired.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566160"/>
            <a:ext cx="10881360" cy="1645920"/>
          </a:xfrm>
          <a:prstGeom prst="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97316"/>
                </a:solidFill>
                <a:latin typeface="Arial"/>
              </a:rPr>
              <a:t>The measurable claim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A8C"/>
                </a:solidFill>
                <a:latin typeface="Arial"/>
              </a:rPr>
              <a:t>Turns four department visits and one rejection cycle into one confirmed conversation, and catches the rejection before submission.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3B2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4B8A6"/>
                </a:solidFill>
                <a:latin typeface="Arial"/>
              </a:rPr>
              <a:t>FUTURE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What the Agent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333340"/>
                </a:solidFill>
                <a:latin typeface="Arial"/>
              </a:rPr>
              <a:t>•  Reads the uploaded Emirates ID, trade license, Ejari and tax certificate with Amazon Textract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40"/>
                </a:solidFill>
                <a:latin typeface="Arial"/>
              </a:rPr>
              <a:t>•  Flags the expired tax clearance and the Deira-to-Al Quoz address mismatch before anything is filed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40"/>
                </a:solidFill>
                <a:latin typeface="Arial"/>
              </a:rPr>
              <a:t>•  Sequences the linked services in dependency order from the policy Knowledge Base: tax clearance, address change, license renewal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40"/>
                </a:solidFill>
                <a:latin typeface="Arial"/>
              </a:rPr>
              <a:t>•  Asks for consent, then submits all three across departments and returns tracking ids and dates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40"/>
                </a:solidFill>
                <a:latin typeface="Arial"/>
              </a:rPr>
              <a:t>•  Tracks status, flags overdue applications and notifies Omar in Arabic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3B2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4B8A6"/>
                </a:solidFill>
                <a:latin typeface="Arial"/>
              </a:rPr>
              <a:t>FUTURE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340557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1264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33340"/>
                </a:solidFill>
                <a:latin typeface="Arial"/>
              </a:rPr>
              <a:t>Kiro-built Strands agent on AgentCore Runtime with Claude Sonnet 4.5 on Bedrock and the baseline Guardrail. Eight tools: Textract extraction with validity flags, Knowledge Base retrieval, DynamoDB services and applications, SNS plus Amazon Translate notifications; packaged both in-process and as a Gateway-ready Lambda. AgentCore Memory keeps citizen preferences. Traces in CloudWatch GenAI Observability.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3B2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4B8A6"/>
                </a:solidFill>
                <a:latin typeface="Arial"/>
              </a:rPr>
              <a:t>FUTURE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Live Demo: the aha moment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333340"/>
                </a:solidFill>
                <a:latin typeface="Arial"/>
              </a:rPr>
              <a:t>•  Omar signs in to the Arabic right-to-left UI and asks to renew his license and update his address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40"/>
                </a:solidFill>
                <a:latin typeface="Arial"/>
              </a:rPr>
              <a:t>•  Agent reads four documents, finds the expired tax clearance and the address mismatch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40"/>
                </a:solidFill>
                <a:latin typeface="Arial"/>
              </a:rPr>
              <a:t>•  Agent proposes three services in order, 170 AED, 12 business days, and asks for consent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40"/>
                </a:solidFill>
                <a:latin typeface="Arial"/>
              </a:rPr>
              <a:t>•  Omar confirms; agent submits across three departments and returns three tracking ids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40"/>
                </a:solidFill>
                <a:latin typeface="Arial"/>
              </a:rPr>
              <a:t>•  Trace shows 12 autonomous tool calls; a request to backdate the certificate is refused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3B2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4B8A6"/>
                </a:solidFill>
                <a:latin typeface="Arial"/>
              </a:rPr>
              <a:t>FUTURE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333340"/>
                </a:solidFill>
                <a:latin typeface="Arial"/>
              </a:rPr>
              <a:t>•  Customer impact: one named business owner, zero wasted trips, rejection prevented before filing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40"/>
                </a:solidFill>
                <a:latin typeface="Arial"/>
              </a:rPr>
              <a:t>•  Agentic depth: one request, 12 tool calls across Textract, Knowledge Base, DynamoDB, SNS, Translate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40"/>
                </a:solidFill>
                <a:latin typeface="Arial"/>
              </a:rPr>
              <a:t>•  Regional relevance: Ejari and trade-license flow, Arabic replies, right-to-left interface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40"/>
                </a:solidFill>
                <a:latin typeface="Arial"/>
              </a:rPr>
              <a:t>•  Honest limits: departments are mocked in DynamoDB, documents are synthetic, Gateway creation is denied in the workshop account so tools run in-process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3B2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4B8A6"/>
                </a:solidFill>
                <a:latin typeface="Arial"/>
              </a:rPr>
              <a:t>FUTURE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What We Would Build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333340"/>
                </a:solidFill>
                <a:latin typeface="Arial"/>
              </a:rPr>
              <a:t>•  UAE Pass sign-in and real DET, Ejari and FTA APIs behind the same Gateway tools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40"/>
                </a:solidFill>
                <a:latin typeface="Arial"/>
              </a:rPr>
              <a:t>•  Proactive follow-up: memory-driven status checks and reminders before expiry dates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40"/>
                </a:solidFill>
                <a:latin typeface="Arial"/>
              </a:rPr>
              <a:t>•  Cedar policies on the Gateway so submit_application is only allowed after a confirmation event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40"/>
                </a:solidFill>
                <a:latin typeface="Arial"/>
              </a:rPr>
              <a:t>•  Evaluations that score 'verified requirements before submitting' on every session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0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7C2F0"/>
                </a:solidFill>
                <a:latin typeface="Arial"/>
              </a:rPr>
              <a:t>Team TEAM_NAME_TBD  ·  GovEase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