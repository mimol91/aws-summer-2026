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Arial"/>
              </a:rPr>
              <a:t>AWS AGENTIC AI HACKATHON  · 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GovEase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7C2F0"/>
                </a:solidFill>
                <a:latin typeface="Arial"/>
              </a:rPr>
              <a:t>One conversation instead of four government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97316"/>
                </a:solidFill>
                <a:latin typeface="Arial"/>
              </a:rPr>
              <a:t>Team TEAM_NAME_TBD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" cy="640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03A"/>
                </a:solidFill>
                <a:latin typeface="Arial"/>
              </a:rPr>
              <a:t>MEMBER_1_TBD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40"/>
                </a:solidFill>
                <a:latin typeface="Arial"/>
              </a:rPr>
              <a:t>Wahed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Arial"/>
              </a:rPr>
              <a:t>Who it affects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4103A"/>
                </a:solidFill>
                <a:latin typeface="Arial"/>
              </a:rPr>
              <a:t>Omar Haddad, a bakery owner in Deira who moved his shop to Al Quoz. His trade license expires in 20 days, and his last renewal was rejected because a supporting certificate had quietly expired.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10881360" cy="1645920"/>
          </a:xfrm>
          <a:prstGeom prst="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97316"/>
                </a:solidFill>
                <a:latin typeface="Arial"/>
              </a:rPr>
              <a:t>The measurable claim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A8C"/>
                </a:solidFill>
                <a:latin typeface="Arial"/>
              </a:rPr>
              <a:t>Turns four department visits and one rejection cycle into one confirmed conversation, and catches the rejection before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What the Agent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Reads the uploaded Emirates ID, trade license, Ejari and tax certificate with Amazon Textract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Flags the expired tax clearance and the Deira-to-Al Quoz address mismatch before anything is filed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Sequences the linked services in dependency order from the policy Knowledge Base: tax clearance, address change, license renewal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Asks for consent, then submits all three across departments and returns tracking ids and dates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Tracks status, flags overdue applications and notifies Omar in Arabic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34055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40"/>
                </a:solidFill>
                <a:latin typeface="Arial"/>
              </a:rPr>
              <a:t>Kiro-built Strands agent on AgentCore Runtime with Claude Sonnet 4.5 on Bedrock and the baseline Guardrail. Eight tools run as a Lambda behind AgentCore Gateway (JWT via Cognito): Textract extraction with validity flags, Knowledge Base retrieval, DynamoDB services and applications, SNS plus Amazon Translate notifications. AgentCore Memory keeps citizen preferences. Traces in CloudWatch GenAI Observability.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Live Demo: the aha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Omar signs in to the Arabic right-to-left UI and asks to renew his license and update his address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Agent reads four documents, finds the expired tax clearance and the address mismatch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Agent proposes three services in order, 170 AED, 12 business days, and asks for consent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Omar confirms; agent submits across three departments and returns three tracking ids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Trace shows 12 autonomous tool calls; a request to backdate the certificate is refused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Customer impact: one named business owner, zero wasted trips, rejection prevented before filing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Agentic depth: one request, 12 tool calls across Textract, Knowledge Base, DynamoDB, SNS, Translate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Regional relevance: Ejari and trade-license flow, Arabic replies, right-to-left interface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Honest limits: departments and submissions are mocked in DynamoDB; documents are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Arial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What We Would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UAE Pass sign-in and real DET, Ejari and FTA APIs behind the same Gateway tools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Proactive follow-up: memory-driven status checks and reminders before expiry dates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Cedar policies on the Gateway so submit_application is only allowed after a confirmation event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40"/>
                </a:solidFill>
                <a:latin typeface="Arial"/>
              </a:rPr>
              <a:t>•  Evaluations that score 'verified requirements before submitting' on every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7C2F0"/>
                </a:solidFill>
                <a:latin typeface="Arial"/>
              </a:rPr>
              <a:t>Team TEAM_NAME_TBD  ·  GovEase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